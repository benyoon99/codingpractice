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8A8B0-E315-5412-A72D-B04AAE480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E7C340-8667-5226-3FF6-A471A03A1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61E305-3258-0E03-BC4F-50A37D08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EACBD8-036D-B297-E22B-7E15B9DEB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59BF7B-0A8C-C59A-30F9-E7ED9AD2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38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6E450-C3C0-773F-FFEC-5BEFB71E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2040B-5F79-B43A-C6A6-137DA369D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505CA1-E2BB-5990-726D-D08E5EC6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D2C55-6623-4B3C-941B-FA71BCD9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0D92B5-2A6B-B662-BDAD-2A414ADD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48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526E6-332F-D79C-A6AA-6CDE7D9C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7963CB-839F-8039-7909-B530FDC58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93F20-8C7D-7032-04EF-F5287CE00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609376-2AFF-CA4B-E36D-CDA96AB6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D570DE-F689-B610-700D-4D3A275D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0DD7C-49EC-3F3E-7F2D-3BBBB15E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5E45E9-88BE-6BD9-5E9C-97D439542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324800-FB5C-2F5F-B4FD-CBCC834D5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4EB0E4-16C7-5304-8A7D-556AF04A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6DAA0A-631E-CEF3-836B-11F47BF05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B29759-2C10-4C45-9063-3C66003B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80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F1287-2594-2866-5C88-009AFB81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3D32EA-49A3-0B91-2FE7-589608AAD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02FEC9-5E0C-2C48-A93B-2609A2D0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91AE1A-2795-2B88-CA18-9711A2740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2965E2-4831-EEC0-D56C-E171211BC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9A8888-15C4-F82F-FE62-B57DC525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81DD6A-0AA1-47C8-084C-E141A356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A56032-8419-3B4A-9177-4960756C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6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D925C-2573-71A8-BAC9-87750EB4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164705-BE8A-4088-F0EA-3B1B1F56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061AD6-5C94-DE42-F344-52ACB6AC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F7A28A-4728-5AFE-75DC-A9191D88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39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745182-A5DE-74D9-4C02-A803D5EE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64B4FB-F9F4-18B7-882C-CD842A5C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066E55-1240-D1FF-45E3-810A8931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64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B8CDF-B8E6-320B-840A-E683CAFD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9E9F66-4A73-8F19-CF92-BD293071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55299A-ACFF-403E-CB1E-E8741E2BF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A02409-3F4D-CE21-0C3D-985EC5AA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7F83EA-CBDA-06CE-0F58-1540BC5F5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5B9B39-3914-E6EA-3FBF-9A33CDE3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10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08B22-0F25-D3BB-7CE2-ACBC9F356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AF4C59-2DE7-6F3F-703B-53F33D970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A53E71-0378-043E-2372-426B5E525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595B0D-CD83-FF20-9A02-68DF01CE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B6C49D-DE8F-5AFB-43FF-D3E5736F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EDBED7-C74C-F1BA-68E5-B6E1FAF67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701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D3867-3250-1A04-D1DD-FB6AC82A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552E5E-FFFA-24C3-2FFE-1AE33B2F4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D182E-DDF8-3DB8-3779-7F7148BE0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A46288-4219-CF3B-8664-F8DE5FA73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8CC70-AF10-8CBC-23ED-89F459C9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85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326262-E14F-08EF-1A66-C21D63FAB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FDEB65-18CC-40C3-B029-9AA8BAE64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5FA17E-33BD-000B-13C7-FA9B38D9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AAD3B3-1723-F2D1-63FA-E005BA6B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68363A-9E68-730A-F1BA-174A9906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69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DC25FC-512A-0D7E-0C25-1ADD42A8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E87C4A-C6D7-EA58-0BA4-F686B0BD1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A3BB5F-98EF-3247-33CC-C61B36026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31687-7171-4ECC-97AE-99070B26E6FC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E3EC5E-3A32-02A1-4B7A-2A7209755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7B9F93-ACAB-BF51-E6B2-386103270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61314-076C-444F-9C29-E6F635498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42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41D0C-430D-48EA-B201-E808F96D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67" y="463644"/>
            <a:ext cx="10515600" cy="2852737"/>
          </a:xfrm>
        </p:spPr>
        <p:txBody>
          <a:bodyPr>
            <a:normAutofit/>
          </a:bodyPr>
          <a:lstStyle/>
          <a:p>
            <a:br>
              <a:rPr lang="en-US" altLang="ko-KR" sz="2000" dirty="0"/>
            </a:br>
            <a:r>
              <a:rPr lang="ko-KR" altLang="en-US" sz="2000" dirty="0"/>
              <a:t>병원에서 환자 진료 이력 관리 시스템을 개발하고자 한다</a:t>
            </a:r>
            <a:r>
              <a:rPr lang="en-US" altLang="ko-KR" sz="2000" dirty="0"/>
              <a:t>. </a:t>
            </a:r>
            <a:r>
              <a:rPr lang="ko-KR" altLang="en-US" sz="2000" dirty="0"/>
              <a:t>다음은 시스템의 핵심 요구사항이다</a:t>
            </a:r>
            <a:r>
              <a:rPr lang="en-US" altLang="ko-KR" sz="2000" dirty="0"/>
              <a:t>. </a:t>
            </a:r>
            <a:r>
              <a:rPr lang="ko-KR" altLang="en-US" sz="2000" dirty="0"/>
              <a:t>다음 요구사항을 분석하여 외부 입력 </a:t>
            </a:r>
            <a:r>
              <a:rPr lang="en-US" altLang="ko-KR" sz="2000" dirty="0"/>
              <a:t>EI </a:t>
            </a:r>
            <a:r>
              <a:rPr lang="ko-KR" altLang="en-US" sz="2000" dirty="0"/>
              <a:t>외부출력 </a:t>
            </a:r>
            <a:r>
              <a:rPr lang="en-US" altLang="ko-KR" sz="2000" dirty="0"/>
              <a:t>EQ </a:t>
            </a:r>
            <a:r>
              <a:rPr lang="ko-KR" altLang="en-US" sz="2000" dirty="0"/>
              <a:t>내부 논리 파일 </a:t>
            </a:r>
            <a:r>
              <a:rPr lang="en-US" altLang="ko-KR" sz="2000" dirty="0"/>
              <a:t>ILF </a:t>
            </a:r>
            <a:r>
              <a:rPr lang="ko-KR" altLang="en-US" sz="2000" dirty="0"/>
              <a:t>외부 인터페이스 파일 </a:t>
            </a:r>
            <a:r>
              <a:rPr lang="en-US" altLang="ko-KR" sz="2000" dirty="0"/>
              <a:t>EIF </a:t>
            </a:r>
            <a:r>
              <a:rPr lang="ko-KR" altLang="en-US" sz="2000" dirty="0"/>
              <a:t>에 해당하는 항목 번호를 </a:t>
            </a:r>
            <a:r>
              <a:rPr lang="ko-KR" altLang="en-US" sz="2000" dirty="0" err="1"/>
              <a:t>제시하시오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8D829C-C09E-C643-ED52-906A305DF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b="1" dirty="0"/>
              <a:t>외부입력 </a:t>
            </a:r>
            <a:r>
              <a:rPr lang="en-US" altLang="ko-KR" b="1" dirty="0"/>
              <a:t>EI </a:t>
            </a:r>
            <a:r>
              <a:rPr lang="ko-KR" altLang="en-US" b="1" dirty="0"/>
              <a:t>값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1, 3, 5 (</a:t>
            </a:r>
            <a:r>
              <a:rPr lang="ko-KR" altLang="en-US" dirty="0"/>
              <a:t>환자 등록</a:t>
            </a:r>
            <a:r>
              <a:rPr lang="en-US" altLang="ko-KR" dirty="0"/>
              <a:t>, </a:t>
            </a:r>
            <a:r>
              <a:rPr lang="ko-KR" altLang="en-US" dirty="0"/>
              <a:t>진료 기록 저장</a:t>
            </a:r>
            <a:r>
              <a:rPr lang="en-US" altLang="ko-KR" dirty="0"/>
              <a:t>, </a:t>
            </a:r>
            <a:r>
              <a:rPr lang="ko-KR" altLang="en-US" dirty="0"/>
              <a:t>처방 정보 입력 등</a:t>
            </a:r>
            <a:r>
              <a:rPr lang="en-US" altLang="ko-KR" dirty="0"/>
              <a:t>) </a:t>
            </a:r>
          </a:p>
          <a:p>
            <a:r>
              <a:rPr lang="ko-KR" altLang="en-US" b="1" dirty="0"/>
              <a:t>외부 출력 </a:t>
            </a:r>
            <a:r>
              <a:rPr lang="en-US" altLang="ko-KR" b="1" dirty="0"/>
              <a:t>EO </a:t>
            </a:r>
            <a:r>
              <a:rPr lang="ko-KR" altLang="en-US" b="1" dirty="0"/>
              <a:t>값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7, 8 (</a:t>
            </a:r>
            <a:r>
              <a:rPr lang="ko-KR" altLang="en-US" dirty="0"/>
              <a:t>진료비 영수증 출력</a:t>
            </a:r>
            <a:r>
              <a:rPr lang="en-US" altLang="ko-KR" dirty="0"/>
              <a:t>, </a:t>
            </a:r>
            <a:r>
              <a:rPr lang="ko-KR" altLang="en-US" dirty="0"/>
              <a:t>통계 보고서 생성 등</a:t>
            </a:r>
            <a:r>
              <a:rPr lang="en-US" altLang="ko-KR" dirty="0"/>
              <a:t>) </a:t>
            </a:r>
          </a:p>
          <a:p>
            <a:r>
              <a:rPr lang="ko-KR" altLang="en-US" b="1" dirty="0"/>
              <a:t>외부 조회 </a:t>
            </a:r>
            <a:r>
              <a:rPr lang="en-US" altLang="ko-KR" b="1" dirty="0"/>
              <a:t>EQ </a:t>
            </a:r>
            <a:r>
              <a:rPr lang="ko-KR" altLang="en-US" b="1" dirty="0"/>
              <a:t>값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2, 4 (</a:t>
            </a:r>
            <a:r>
              <a:rPr lang="ko-KR" altLang="en-US" dirty="0"/>
              <a:t>환자 정보 검색</a:t>
            </a:r>
            <a:r>
              <a:rPr lang="en-US" altLang="ko-KR" dirty="0"/>
              <a:t>, </a:t>
            </a:r>
            <a:r>
              <a:rPr lang="ko-KR" altLang="en-US" dirty="0"/>
              <a:t>과거 진료 이력 열람 등</a:t>
            </a:r>
            <a:r>
              <a:rPr lang="en-US" altLang="ko-KR" dirty="0"/>
              <a:t>) </a:t>
            </a:r>
          </a:p>
          <a:p>
            <a:r>
              <a:rPr lang="ko-KR" altLang="en-US" b="1" dirty="0"/>
              <a:t>내부 논리 파일 </a:t>
            </a:r>
            <a:r>
              <a:rPr lang="en-US" altLang="ko-KR" b="1" dirty="0"/>
              <a:t>ILF </a:t>
            </a:r>
            <a:r>
              <a:rPr lang="ko-KR" altLang="en-US" b="1" dirty="0"/>
              <a:t>값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10, 11 (</a:t>
            </a:r>
            <a:r>
              <a:rPr lang="ko-KR" altLang="en-US" dirty="0"/>
              <a:t>환자 마스터 </a:t>
            </a:r>
            <a:r>
              <a:rPr lang="en-US" altLang="ko-KR" dirty="0"/>
              <a:t>DB, </a:t>
            </a:r>
            <a:r>
              <a:rPr lang="ko-KR" altLang="en-US" dirty="0"/>
              <a:t>진료 상세 내역 </a:t>
            </a:r>
            <a:r>
              <a:rPr lang="en-US" altLang="ko-KR" dirty="0"/>
              <a:t>DB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</a:p>
          <a:p>
            <a:r>
              <a:rPr lang="ko-KR" altLang="en-US" b="1" dirty="0"/>
              <a:t>외부 인터페이스 파일 </a:t>
            </a:r>
            <a:r>
              <a:rPr lang="en-US" altLang="ko-KR" b="1" dirty="0"/>
              <a:t>EIF </a:t>
            </a:r>
            <a:r>
              <a:rPr lang="ko-KR" altLang="en-US" b="1" dirty="0"/>
              <a:t>값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12 (</a:t>
            </a:r>
            <a:r>
              <a:rPr lang="ko-KR" altLang="en-US" dirty="0"/>
              <a:t>국민건강보험공단 자격 확인 정보 등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949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41FC0-77FC-4B87-7D9B-709C3D3FE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202310865 </a:t>
            </a:r>
            <a:r>
              <a:rPr lang="ko-KR" altLang="en-US" dirty="0"/>
              <a:t>컴퓨터소프트웨어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FBF8C3-47C0-63DC-5E7D-75B93D5DB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윤호석</a:t>
            </a:r>
            <a:r>
              <a:rPr lang="ko-KR" altLang="en-US" dirty="0"/>
              <a:t> </a:t>
            </a:r>
            <a:r>
              <a:rPr lang="en-US" altLang="ko-KR" dirty="0"/>
              <a:t>20260326 </a:t>
            </a:r>
            <a:r>
              <a:rPr lang="ko-KR" altLang="en-US" dirty="0"/>
              <a:t>실습과제 </a:t>
            </a:r>
          </a:p>
        </p:txBody>
      </p:sp>
    </p:spTree>
    <p:extLst>
      <p:ext uri="{BB962C8B-B14F-4D97-AF65-F5344CB8AC3E}">
        <p14:creationId xmlns:p14="http://schemas.microsoft.com/office/powerpoint/2010/main" val="21347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</Words>
  <Application>Microsoft Office PowerPoint</Application>
  <PresentationFormat>와이드스크린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 병원에서 환자 진료 이력 관리 시스템을 개발하고자 한다. 다음은 시스템의 핵심 요구사항이다. 다음 요구사항을 분석하여 외부 입력 EI 외부출력 EQ 내부 논리 파일 ILF 외부 인터페이스 파일 EIF 에 해당하는 항목 번호를 제시하시오</vt:lpstr>
      <vt:lpstr>202310865 컴퓨터소프트웨어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301</dc:creator>
  <cp:lastModifiedBy>301</cp:lastModifiedBy>
  <cp:revision>1</cp:revision>
  <dcterms:created xsi:type="dcterms:W3CDTF">2026-03-26T06:34:51Z</dcterms:created>
  <dcterms:modified xsi:type="dcterms:W3CDTF">2026-03-26T06:37:43Z</dcterms:modified>
</cp:coreProperties>
</file>